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00200"/>
            <a:ext cx="85953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377440"/>
            <a:ext cx="85953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154680"/>
            <a:ext cx="85953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931920"/>
            <a:ext cx="85953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09160"/>
            <a:ext cx="85953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SplitSeconds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efficiently. Save effectively.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011680" cy="457200"/>
          </a:xfrm>
          <a:prstGeom prst="rect">
            <a:avLst/>
          </a:prstGeom>
          <a:solidFill>
            <a:srgbClr val="1A2A4A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Track 3 — Personal Finance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389120" cy="1691640"/>
          </a:xfrm>
          <a:prstGeom prst="rect">
            <a:avLst/>
          </a:prstGeom>
          <a:solidFill>
            <a:srgbClr val="13192B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Mafia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 Jain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Rakshit-jain.py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07317711624_aiml@vipstc.edu.in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12080" y="3154680"/>
            <a:ext cx="1691640" cy="384048"/>
          </a:xfrm>
          <a:prstGeom prst="rect">
            <a:avLst/>
          </a:prstGeom>
          <a:solidFill>
            <a:srgbClr val="1D3461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31546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/ NLP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3794760"/>
            <a:ext cx="1691640" cy="384048"/>
          </a:xfrm>
          <a:prstGeom prst="rect">
            <a:avLst/>
          </a:prstGeom>
          <a:solidFill>
            <a:srgbClr val="1D3461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37947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154680"/>
            <a:ext cx="1691640" cy="384048"/>
          </a:xfrm>
          <a:prstGeom prst="rect">
            <a:avLst/>
          </a:prstGeom>
          <a:solidFill>
            <a:srgbClr val="1D3461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31546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794760"/>
            <a:ext cx="1691640" cy="384048"/>
          </a:xfrm>
          <a:prstGeom prst="rect">
            <a:avLst/>
          </a:prstGeom>
          <a:solidFill>
            <a:srgbClr val="1D3461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37947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Telegram-Native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&amp; Our 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3566160"/>
          </a:xfrm>
          <a:prstGeom prst="rect">
            <a:avLst/>
          </a:prstGeom>
          <a:solidFill>
            <a:srgbClr val="1A1A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bill-splitting app forces signups on all members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supports natural language — just forms &amp; dropdowns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UPI-native settlement for Indian users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feel like IOUs, not tools for friends &amp; families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0D213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SplitSeconds does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Telegram — where 500M Indians already are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natural group chat: 'Raj paid 1200 for hotel' → logged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signup for non-admin members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debts to minimum transactions automatically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shared dashboard — no app download needed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Indian already has Telegram. Every group trip already has a group chat. SplitSeconds simply listens — and does the math."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90 Seconds to First Expense Tracked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51760" cy="155448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signs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person ever registers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55448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bot to group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group, e.g. 'Manali Trip'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51760" cy="155448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sends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code links group to dashboard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51760" cy="155448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naturally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'Raj paid 1200 for hotel' — done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651760" cy="155448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17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parses &amp; logs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520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&amp; confirms every expense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9320" y="2834640"/>
            <a:ext cx="2651760" cy="155448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/split → settle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3520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transactions, clean summary in chat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Features — Shipping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Telegram Bot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messages (privacy mode OFF via BotFather)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parsing — typos, Hindi numerics (₹1k, 2.5k), mixed input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Auto-maps sender without 'I am Ram' declarations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/split → debt simplification to minimum transactions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/rename — group-scoped bot alias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payment context handling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confirmations per expense ✅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#tag system for categories (#food, #hotel, #petrol)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886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Web Dashboard +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only — non-members never touch the app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Telegram group via 6-digit code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expense feed — real-time, all members visible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summary — net balances + minimized transaction list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read-only password-protected dashboard link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Groq pipeline: llama3-8b for parsing, mixtral-8x7b for edge-case logic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persisted to Supabase (free tier)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 —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Next Sprint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Debt Reminders: Meme Mode, Roast Mode, Formal Mode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'bhai kal pakka' → sets deadline → fires reminder if unpaid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 management with usage indicator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tier: 3 groups/day, 3× memory, receipt scanning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export, custom split ratios, Full Family Book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886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Growth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deep integration — PhonePe, GPay, Paytm, CRED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/ Zomato / Blinkit bill auto-fetch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auto-fetch for UPI settlement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Save budgeting suite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variant (10× addressable market)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7784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Vercel deploy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84124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68880" y="19385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node-telegram-bot-api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1938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Node.js Telegram SDK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14016"/>
            <a:ext cx="8412480" cy="45720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68880" y="24140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24140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real-time subscriptions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84124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889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Parsing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68880" y="28895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llama3-8b-8192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7840" y="28895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inference, generous free tier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8412480" cy="45720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Split Logic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68880" y="33649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mixtral-8x7b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77840" y="3364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reasoning for edge cases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Reminders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46888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gemma-7b-it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generation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Hosting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468880" y="43159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Render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77840" y="43159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easy env vars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.env vars: GROQ_API_KEY_PARSE · GROQ_API_KEY_SPLIT · GROQ_API_KEY_REMIND · TELEGRAM_BOT_TOKEN · SUPABASE_URL · SHARED_LINK_SECRET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SplitSeconds Wins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hardest part of bill-splitting isn't the math — it's getting people to log expenses. SplitSeconds eliminates that entirely."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Splitkaro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8412480" cy="356616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783080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for members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178308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157984"/>
            <a:ext cx="8412480" cy="356616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157984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15798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15798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5798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215798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532888"/>
            <a:ext cx="8412480" cy="356616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532888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53288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53288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53288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253288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907792"/>
            <a:ext cx="8412480" cy="356616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9077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simplification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2907792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907792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907792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2907792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282696"/>
            <a:ext cx="8412480" cy="356616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282696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Book Mode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282696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3282696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3282696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98080" y="3282696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3657600"/>
            <a:ext cx="8412480" cy="356616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3657600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reminders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365760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365760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365760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98080" y="365760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4032504"/>
            <a:ext cx="8412480" cy="356616"/>
          </a:xfrm>
          <a:prstGeom prst="rect">
            <a:avLst/>
          </a:prstGeom>
          <a:solidFill>
            <a:srgbClr val="161B2E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02920" y="4032504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unlimited tier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0" y="403250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403250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17920" y="403250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98080" y="403250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" y="4407408"/>
            <a:ext cx="8412480" cy="356616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2920" y="4407408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Telegram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0" y="440740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937760" y="440740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217920" y="440740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98080" y="440740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&amp; Scalability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06240" cy="173736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Hackathon-Ready MVP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demonstrable in 3 minutes: live bot + working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Telegram bot + Supabase + Next.js — all free tiers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app = zero App Store friction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0972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Technical Feasibility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48132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free tier: ~30 req/min — sufficient for live demo &amp; early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free: 500MB DB, real-time websockets, no cold starts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API: battle-tested, 900M+ user base, zero infra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206240" cy="173736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10972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08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 Path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493008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bot: horizontal scaling trivial on Railway/Render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call isolated — swap models or providers per use case via .env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→ paid tier adds row-level security, read replicas, backups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737360"/>
          </a:xfrm>
          <a:prstGeom prst="rect">
            <a:avLst/>
          </a:prstGeom>
          <a:solidFill>
            <a:srgbClr val="111827"/>
          </a:solidFill>
          <a:ln w="635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10972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1089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Market Opportunity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49300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 UPI users — India's payment infrastructure is already built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every group trip, flatmate group, or family expense in India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via Pro tier: 3 groups/day, extended memory, receipt scan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SplitSeconds - Token Mafia</dc:title>
  <dc:subject>PptxGenJS Presentation</dc:subject>
  <dc:creator>PptxGenJS</dc:creator>
  <cp:lastModifiedBy>PptxGenJS</cp:lastModifiedBy>
  <cp:revision>1</cp:revision>
  <dcterms:created xsi:type="dcterms:W3CDTF">2026-04-02T15:08:05Z</dcterms:created>
  <dcterms:modified xsi:type="dcterms:W3CDTF">2026-04-02T15:08:05Z</dcterms:modified>
</cp:coreProperties>
</file>